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3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44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76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27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80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53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65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47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93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29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15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44C50-7A3E-4D55-A05D-BA5795A8428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BD4C-0FCF-40DE-A986-DDC9DA752E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03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1B748B-2D19-58EB-741E-896EBE1A4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280987"/>
            <a:ext cx="9658350" cy="62960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99EA91-6EDF-4712-3369-5CE486FFFB09}"/>
              </a:ext>
            </a:extLst>
          </p:cNvPr>
          <p:cNvSpPr/>
          <p:nvPr/>
        </p:nvSpPr>
        <p:spPr>
          <a:xfrm>
            <a:off x="1266825" y="1464906"/>
            <a:ext cx="1970897" cy="51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7C76B4-510E-44FB-A8DD-D518EE73230A}"/>
              </a:ext>
            </a:extLst>
          </p:cNvPr>
          <p:cNvSpPr/>
          <p:nvPr/>
        </p:nvSpPr>
        <p:spPr>
          <a:xfrm>
            <a:off x="4619625" y="466531"/>
            <a:ext cx="2723567" cy="99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E87912-ADF7-E98B-C9D1-376A61F88257}"/>
              </a:ext>
            </a:extLst>
          </p:cNvPr>
          <p:cNvSpPr/>
          <p:nvPr/>
        </p:nvSpPr>
        <p:spPr>
          <a:xfrm>
            <a:off x="8725095" y="1464906"/>
            <a:ext cx="2200080" cy="51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75330-45D9-C6F4-C7DF-01EB27C44D08}"/>
                  </a:ext>
                </a:extLst>
              </p:cNvPr>
              <p:cNvSpPr txBox="1"/>
              <p:nvPr/>
            </p:nvSpPr>
            <p:spPr>
              <a:xfrm>
                <a:off x="9529862" y="3318495"/>
                <a:ext cx="536510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75330-45D9-C6F4-C7DF-01EB27C44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862" y="3318495"/>
                <a:ext cx="536510" cy="282257"/>
              </a:xfrm>
              <a:prstGeom prst="rect">
                <a:avLst/>
              </a:prstGeom>
              <a:blipFill>
                <a:blip r:embed="rId3"/>
                <a:stretch>
                  <a:fillRect l="-9091" r="-1136" b="-14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0A0355-5167-188A-0F1B-C527C420E6C1}"/>
                  </a:ext>
                </a:extLst>
              </p:cNvPr>
              <p:cNvSpPr txBox="1"/>
              <p:nvPr/>
            </p:nvSpPr>
            <p:spPr>
              <a:xfrm>
                <a:off x="9528887" y="2313900"/>
                <a:ext cx="536510" cy="281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0A0355-5167-188A-0F1B-C527C420E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887" y="2313900"/>
                <a:ext cx="536510" cy="281680"/>
              </a:xfrm>
              <a:prstGeom prst="rect">
                <a:avLst/>
              </a:prstGeom>
              <a:blipFill>
                <a:blip r:embed="rId4"/>
                <a:stretch>
                  <a:fillRect l="-9091" r="-1136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1D206F-367A-ECE5-E575-DF25EEF8B885}"/>
                  </a:ext>
                </a:extLst>
              </p:cNvPr>
              <p:cNvSpPr txBox="1"/>
              <p:nvPr/>
            </p:nvSpPr>
            <p:spPr>
              <a:xfrm>
                <a:off x="9529862" y="4360633"/>
                <a:ext cx="536510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1D206F-367A-ECE5-E575-DF25EEF8B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862" y="4360633"/>
                <a:ext cx="536510" cy="283667"/>
              </a:xfrm>
              <a:prstGeom prst="rect">
                <a:avLst/>
              </a:prstGeom>
              <a:blipFill>
                <a:blip r:embed="rId5"/>
                <a:stretch>
                  <a:fillRect l="-9091" r="-1136" b="-14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E3625-01A3-CAFE-A46C-CB044B5D1423}"/>
                  </a:ext>
                </a:extLst>
              </p:cNvPr>
              <p:cNvSpPr txBox="1"/>
              <p:nvPr/>
            </p:nvSpPr>
            <p:spPr>
              <a:xfrm>
                <a:off x="9528887" y="5374432"/>
                <a:ext cx="536510" cy="2811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E3625-01A3-CAFE-A46C-CB044B5D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887" y="5374432"/>
                <a:ext cx="536510" cy="281103"/>
              </a:xfrm>
              <a:prstGeom prst="rect">
                <a:avLst/>
              </a:prstGeom>
              <a:blipFill>
                <a:blip r:embed="rId6"/>
                <a:stretch>
                  <a:fillRect l="-9091" r="-1136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B38945-0DBA-49C2-8C88-FD92E75A3096}"/>
                  </a:ext>
                </a:extLst>
              </p:cNvPr>
              <p:cNvSpPr txBox="1"/>
              <p:nvPr/>
            </p:nvSpPr>
            <p:spPr>
              <a:xfrm>
                <a:off x="6995046" y="2827083"/>
                <a:ext cx="536510" cy="2920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B38945-0DBA-49C2-8C88-FD92E75A3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46" y="2827083"/>
                <a:ext cx="536510" cy="292003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1070E1E-3A3B-7438-1FD2-06C338F87967}"/>
              </a:ext>
            </a:extLst>
          </p:cNvPr>
          <p:cNvGrpSpPr/>
          <p:nvPr/>
        </p:nvGrpSpPr>
        <p:grpSpPr>
          <a:xfrm>
            <a:off x="1869718" y="1585925"/>
            <a:ext cx="5753076" cy="4811564"/>
            <a:chOff x="1869718" y="1585925"/>
            <a:chExt cx="5753076" cy="481156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919B3F3-397E-3941-1774-9E558EFFEA53}"/>
                </a:ext>
              </a:extLst>
            </p:cNvPr>
            <p:cNvSpPr/>
            <p:nvPr/>
          </p:nvSpPr>
          <p:spPr>
            <a:xfrm>
              <a:off x="1869718" y="2080637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1B6ED8-796D-18B2-9894-3971B7672269}"/>
                </a:ext>
              </a:extLst>
            </p:cNvPr>
            <p:cNvSpPr/>
            <p:nvPr/>
          </p:nvSpPr>
          <p:spPr>
            <a:xfrm>
              <a:off x="1869718" y="3109755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B059B60-780C-B26D-E9AD-0EDC51745758}"/>
                </a:ext>
              </a:extLst>
            </p:cNvPr>
            <p:cNvSpPr/>
            <p:nvPr/>
          </p:nvSpPr>
          <p:spPr>
            <a:xfrm>
              <a:off x="1869718" y="4137852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3D9339-BB6B-F2AA-7451-EEA06B8116F5}"/>
                </a:ext>
              </a:extLst>
            </p:cNvPr>
            <p:cNvSpPr/>
            <p:nvPr/>
          </p:nvSpPr>
          <p:spPr>
            <a:xfrm>
              <a:off x="1869718" y="5157552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1DB38DF-C6F7-A6D5-6AE9-C2BC2C3FA318}"/>
                </a:ext>
              </a:extLst>
            </p:cNvPr>
            <p:cNvSpPr/>
            <p:nvPr/>
          </p:nvSpPr>
          <p:spPr>
            <a:xfrm>
              <a:off x="4413720" y="1585925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C3500CE-8964-9501-0BF2-D8220495152B}"/>
                </a:ext>
              </a:extLst>
            </p:cNvPr>
            <p:cNvSpPr/>
            <p:nvPr/>
          </p:nvSpPr>
          <p:spPr>
            <a:xfrm>
              <a:off x="4413720" y="2615043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A515F30-119B-65F2-D328-FCB3F9458341}"/>
                </a:ext>
              </a:extLst>
            </p:cNvPr>
            <p:cNvSpPr/>
            <p:nvPr/>
          </p:nvSpPr>
          <p:spPr>
            <a:xfrm>
              <a:off x="4413720" y="3643140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B1E172-0F86-82F3-19B0-A844FB2BA61B}"/>
                </a:ext>
              </a:extLst>
            </p:cNvPr>
            <p:cNvSpPr/>
            <p:nvPr/>
          </p:nvSpPr>
          <p:spPr>
            <a:xfrm>
              <a:off x="4413720" y="4662840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2ADFB2C-1DFF-4BC4-F4A3-2E9DE3288F77}"/>
                </a:ext>
              </a:extLst>
            </p:cNvPr>
            <p:cNvSpPr/>
            <p:nvPr/>
          </p:nvSpPr>
          <p:spPr>
            <a:xfrm>
              <a:off x="6907932" y="3633722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4B407DA-C1D8-65CE-4123-264F6B1BF1A0}"/>
                </a:ext>
              </a:extLst>
            </p:cNvPr>
            <p:cNvSpPr/>
            <p:nvPr/>
          </p:nvSpPr>
          <p:spPr>
            <a:xfrm>
              <a:off x="6907932" y="4662840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606AE17-EAF5-57DE-5DB0-5FDBC84A97BB}"/>
                </a:ext>
              </a:extLst>
            </p:cNvPr>
            <p:cNvSpPr/>
            <p:nvPr/>
          </p:nvSpPr>
          <p:spPr>
            <a:xfrm>
              <a:off x="6905870" y="5682627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C8E05F-2059-FB8E-9603-C998FA016191}"/>
                </a:ext>
              </a:extLst>
            </p:cNvPr>
            <p:cNvSpPr/>
            <p:nvPr/>
          </p:nvSpPr>
          <p:spPr>
            <a:xfrm>
              <a:off x="6905870" y="1585925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EE7B4E-1143-7FFF-7B6C-AB8360B05202}"/>
                </a:ext>
              </a:extLst>
            </p:cNvPr>
            <p:cNvSpPr/>
            <p:nvPr/>
          </p:nvSpPr>
          <p:spPr>
            <a:xfrm>
              <a:off x="4415472" y="5682540"/>
              <a:ext cx="714862" cy="714862"/>
            </a:xfrm>
            <a:prstGeom prst="ellipse">
              <a:avLst/>
            </a:prstGeom>
            <a:solidFill>
              <a:schemeClr val="bg1">
                <a:lumMod val="65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3E9AA0-77E8-2A87-6505-5B95DD22B902}"/>
              </a:ext>
            </a:extLst>
          </p:cNvPr>
          <p:cNvCxnSpPr>
            <a:cxnSpLocks/>
          </p:cNvCxnSpPr>
          <p:nvPr/>
        </p:nvCxnSpPr>
        <p:spPr>
          <a:xfrm flipV="1">
            <a:off x="7620732" y="2492727"/>
            <a:ext cx="1794731" cy="364773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02EFE8-D2AF-32E3-5FD0-2636074FCE32}"/>
              </a:ext>
            </a:extLst>
          </p:cNvPr>
          <p:cNvCxnSpPr>
            <a:cxnSpLocks/>
          </p:cNvCxnSpPr>
          <p:nvPr/>
        </p:nvCxnSpPr>
        <p:spPr>
          <a:xfrm>
            <a:off x="7620732" y="3063728"/>
            <a:ext cx="1794731" cy="36051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CE0B5A-4AC6-9197-C5D1-1CE2F2AEE544}"/>
              </a:ext>
            </a:extLst>
          </p:cNvPr>
          <p:cNvCxnSpPr>
            <a:cxnSpLocks/>
          </p:cNvCxnSpPr>
          <p:nvPr/>
        </p:nvCxnSpPr>
        <p:spPr>
          <a:xfrm>
            <a:off x="7562850" y="3167188"/>
            <a:ext cx="1900237" cy="1142875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961391-EEFF-ABAB-3E4F-0D49AD560C44}"/>
              </a:ext>
            </a:extLst>
          </p:cNvPr>
          <p:cNvCxnSpPr>
            <a:cxnSpLocks/>
          </p:cNvCxnSpPr>
          <p:nvPr/>
        </p:nvCxnSpPr>
        <p:spPr>
          <a:xfrm>
            <a:off x="7491413" y="3246361"/>
            <a:ext cx="2037474" cy="201240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D231542-9C5C-F3C1-B2A7-00C213572C8D}"/>
                  </a:ext>
                </a:extLst>
              </p:cNvPr>
              <p:cNvSpPr txBox="1"/>
              <p:nvPr/>
            </p:nvSpPr>
            <p:spPr>
              <a:xfrm>
                <a:off x="10227031" y="2301752"/>
                <a:ext cx="536510" cy="313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D231542-9C5C-F3C1-B2A7-00C213572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031" y="2301752"/>
                <a:ext cx="536510" cy="313291"/>
              </a:xfrm>
              <a:prstGeom prst="rect">
                <a:avLst/>
              </a:prstGeom>
              <a:blipFill>
                <a:blip r:embed="rId8"/>
                <a:stretch>
                  <a:fillRect l="-227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5CC464-850E-2DFE-F96B-C51E142EF9D3}"/>
                  </a:ext>
                </a:extLst>
              </p:cNvPr>
              <p:cNvSpPr txBox="1"/>
              <p:nvPr/>
            </p:nvSpPr>
            <p:spPr>
              <a:xfrm>
                <a:off x="10227031" y="3302369"/>
                <a:ext cx="536510" cy="313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2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5CC464-850E-2DFE-F96B-C51E142EF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031" y="3302369"/>
                <a:ext cx="536510" cy="313291"/>
              </a:xfrm>
              <a:prstGeom prst="rect">
                <a:avLst/>
              </a:prstGeom>
              <a:blipFill>
                <a:blip r:embed="rId9"/>
                <a:stretch>
                  <a:fillRect l="-227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94E32E-DCAB-7D9E-6C40-1C044EBB637C}"/>
                  </a:ext>
                </a:extLst>
              </p:cNvPr>
              <p:cNvSpPr txBox="1"/>
              <p:nvPr/>
            </p:nvSpPr>
            <p:spPr>
              <a:xfrm>
                <a:off x="10227031" y="4345820"/>
                <a:ext cx="536510" cy="313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694E32E-DCAB-7D9E-6C40-1C044EBB6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031" y="4345820"/>
                <a:ext cx="536510" cy="313291"/>
              </a:xfrm>
              <a:prstGeom prst="rect">
                <a:avLst/>
              </a:prstGeom>
              <a:blipFill>
                <a:blip r:embed="rId10"/>
                <a:stretch>
                  <a:fillRect l="-227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1FAC8FF-0B25-0AB9-3AA4-A37DF9BD0B50}"/>
                  </a:ext>
                </a:extLst>
              </p:cNvPr>
              <p:cNvSpPr txBox="1"/>
              <p:nvPr/>
            </p:nvSpPr>
            <p:spPr>
              <a:xfrm>
                <a:off x="10227031" y="5369249"/>
                <a:ext cx="536510" cy="313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4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</m:oMath>
                  </m:oMathPara>
                </a14:m>
                <a:endParaRPr lang="en-GB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1FAC8FF-0B25-0AB9-3AA4-A37DF9BD0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031" y="5369249"/>
                <a:ext cx="536510" cy="313291"/>
              </a:xfrm>
              <a:prstGeom prst="rect">
                <a:avLst/>
              </a:prstGeom>
              <a:blipFill>
                <a:blip r:embed="rId11"/>
                <a:stretch>
                  <a:fillRect l="-227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54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Sconcia</dc:creator>
  <cp:lastModifiedBy>Nathan Sconcia</cp:lastModifiedBy>
  <cp:revision>1</cp:revision>
  <dcterms:created xsi:type="dcterms:W3CDTF">2025-12-20T17:50:16Z</dcterms:created>
  <dcterms:modified xsi:type="dcterms:W3CDTF">2025-12-20T17:58:08Z</dcterms:modified>
</cp:coreProperties>
</file>